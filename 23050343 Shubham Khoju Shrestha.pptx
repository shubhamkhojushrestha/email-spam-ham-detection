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Khoju" userId="b0771df4b7feaf61" providerId="LiveId" clId="{6E67FE92-A807-4921-BC67-3D74CFFAC6C6}"/>
    <pc:docChg chg="undo redo custSel addSld delSld modSld sldOrd">
      <pc:chgData name="Shubham Khoju" userId="b0771df4b7feaf61" providerId="LiveId" clId="{6E67FE92-A807-4921-BC67-3D74CFFAC6C6}" dt="2026-01-21T08:01:01.073" v="4989" actId="1076"/>
      <pc:docMkLst>
        <pc:docMk/>
      </pc:docMkLst>
      <pc:sldChg chg="addSp modSp">
        <pc:chgData name="Shubham Khoju" userId="b0771df4b7feaf61" providerId="LiveId" clId="{6E67FE92-A807-4921-BC67-3D74CFFAC6C6}" dt="2026-01-21T06:15:08.583" v="1810" actId="20577"/>
        <pc:sldMkLst>
          <pc:docMk/>
          <pc:sldMk cId="1079705098" sldId="256"/>
        </pc:sldMkLst>
        <pc:spChg chg="mod">
          <ac:chgData name="Shubham Khoju" userId="b0771df4b7feaf61" providerId="LiveId" clId="{6E67FE92-A807-4921-BC67-3D74CFFAC6C6}" dt="2026-01-20T16:03:33.164" v="265" actId="1076"/>
          <ac:spMkLst>
            <pc:docMk/>
            <pc:sldMk cId="1079705098" sldId="256"/>
            <ac:spMk id="2" creationId="{5AD70EEE-AFB4-4B49-9B7B-2D2D61FAB7D7}"/>
          </ac:spMkLst>
        </pc:spChg>
        <pc:spChg chg="mod">
          <ac:chgData name="Shubham Khoju" userId="b0771df4b7feaf61" providerId="LiveId" clId="{6E67FE92-A807-4921-BC67-3D74CFFAC6C6}" dt="2026-01-21T06:15:08.583" v="1810" actId="20577"/>
          <ac:spMkLst>
            <pc:docMk/>
            <pc:sldMk cId="1079705098" sldId="256"/>
            <ac:spMk id="3" creationId="{609F74CE-82BF-4EAC-B1C3-EA98354ECAD9}"/>
          </ac:spMkLst>
        </pc:spChg>
        <pc:picChg chg="add mod">
          <ac:chgData name="Shubham Khoju" userId="b0771df4b7feaf61" providerId="LiveId" clId="{6E67FE92-A807-4921-BC67-3D74CFFAC6C6}" dt="2026-01-20T16:07:02.176" v="345" actId="1076"/>
          <ac:picMkLst>
            <pc:docMk/>
            <pc:sldMk cId="1079705098" sldId="256"/>
            <ac:picMk id="4" creationId="{233BE697-9C21-462C-A5AE-CC2C12B737B6}"/>
          </ac:picMkLst>
        </pc:picChg>
      </pc:sldChg>
      <pc:sldChg chg="modSp">
        <pc:chgData name="Shubham Khoju" userId="b0771df4b7feaf61" providerId="LiveId" clId="{6E67FE92-A807-4921-BC67-3D74CFFAC6C6}" dt="2026-01-20T16:02:53.173" v="261" actId="20577"/>
        <pc:sldMkLst>
          <pc:docMk/>
          <pc:sldMk cId="82069566" sldId="257"/>
        </pc:sldMkLst>
        <pc:spChg chg="mod">
          <ac:chgData name="Shubham Khoju" userId="b0771df4b7feaf61" providerId="LiveId" clId="{6E67FE92-A807-4921-BC67-3D74CFFAC6C6}" dt="2026-01-20T15:57:34.174" v="20" actId="20577"/>
          <ac:spMkLst>
            <pc:docMk/>
            <pc:sldMk cId="82069566" sldId="257"/>
            <ac:spMk id="2" creationId="{844A2049-A6D4-4F1A-95AF-63ED6093C75A}"/>
          </ac:spMkLst>
        </pc:spChg>
        <pc:spChg chg="mod">
          <ac:chgData name="Shubham Khoju" userId="b0771df4b7feaf61" providerId="LiveId" clId="{6E67FE92-A807-4921-BC67-3D74CFFAC6C6}" dt="2026-01-20T16:02:53.173" v="261" actId="20577"/>
          <ac:spMkLst>
            <pc:docMk/>
            <pc:sldMk cId="82069566" sldId="257"/>
            <ac:spMk id="3" creationId="{A422DDCF-932A-4850-AF9A-9C289BEF32DD}"/>
          </ac:spMkLst>
        </pc:spChg>
      </pc:sldChg>
      <pc:sldChg chg="modSp add">
        <pc:chgData name="Shubham Khoju" userId="b0771df4b7feaf61" providerId="LiveId" clId="{6E67FE92-A807-4921-BC67-3D74CFFAC6C6}" dt="2026-01-21T07:01:51.559" v="3680" actId="20577"/>
        <pc:sldMkLst>
          <pc:docMk/>
          <pc:sldMk cId="3681703281" sldId="258"/>
        </pc:sldMkLst>
        <pc:spChg chg="mod">
          <ac:chgData name="Shubham Khoju" userId="b0771df4b7feaf61" providerId="LiveId" clId="{6E67FE92-A807-4921-BC67-3D74CFFAC6C6}" dt="2026-01-20T16:07:49.194" v="347"/>
          <ac:spMkLst>
            <pc:docMk/>
            <pc:sldMk cId="3681703281" sldId="258"/>
            <ac:spMk id="2" creationId="{8CF1EB47-CF9E-4B44-B4AB-E2A4CE67FD9E}"/>
          </ac:spMkLst>
        </pc:spChg>
        <pc:spChg chg="mod">
          <ac:chgData name="Shubham Khoju" userId="b0771df4b7feaf61" providerId="LiveId" clId="{6E67FE92-A807-4921-BC67-3D74CFFAC6C6}" dt="2026-01-21T07:01:51.559" v="3680" actId="20577"/>
          <ac:spMkLst>
            <pc:docMk/>
            <pc:sldMk cId="3681703281" sldId="258"/>
            <ac:spMk id="3" creationId="{5F14CBEF-8591-4CF3-A190-E3835433AE87}"/>
          </ac:spMkLst>
        </pc:spChg>
      </pc:sldChg>
      <pc:sldChg chg="modSp add">
        <pc:chgData name="Shubham Khoju" userId="b0771df4b7feaf61" providerId="LiveId" clId="{6E67FE92-A807-4921-BC67-3D74CFFAC6C6}" dt="2026-01-21T07:42:04.728" v="4294" actId="313"/>
        <pc:sldMkLst>
          <pc:docMk/>
          <pc:sldMk cId="3494364191" sldId="259"/>
        </pc:sldMkLst>
        <pc:spChg chg="mod">
          <ac:chgData name="Shubham Khoju" userId="b0771df4b7feaf61" providerId="LiveId" clId="{6E67FE92-A807-4921-BC67-3D74CFFAC6C6}" dt="2026-01-20T16:11:49.543" v="720"/>
          <ac:spMkLst>
            <pc:docMk/>
            <pc:sldMk cId="3494364191" sldId="259"/>
            <ac:spMk id="2" creationId="{DA41CDB9-D170-44D0-8840-AAF3DFD9703A}"/>
          </ac:spMkLst>
        </pc:spChg>
        <pc:spChg chg="mod">
          <ac:chgData name="Shubham Khoju" userId="b0771df4b7feaf61" providerId="LiveId" clId="{6E67FE92-A807-4921-BC67-3D74CFFAC6C6}" dt="2026-01-21T07:42:04.728" v="4294" actId="313"/>
          <ac:spMkLst>
            <pc:docMk/>
            <pc:sldMk cId="3494364191" sldId="259"/>
            <ac:spMk id="3" creationId="{8F25E313-1170-4FA5-B5C4-347683A85A35}"/>
          </ac:spMkLst>
        </pc:spChg>
      </pc:sldChg>
      <pc:sldChg chg="modSp add">
        <pc:chgData name="Shubham Khoju" userId="b0771df4b7feaf61" providerId="LiveId" clId="{6E67FE92-A807-4921-BC67-3D74CFFAC6C6}" dt="2026-01-20T16:14:36.293" v="1032" actId="313"/>
        <pc:sldMkLst>
          <pc:docMk/>
          <pc:sldMk cId="3217390683" sldId="260"/>
        </pc:sldMkLst>
        <pc:spChg chg="mod">
          <ac:chgData name="Shubham Khoju" userId="b0771df4b7feaf61" providerId="LiveId" clId="{6E67FE92-A807-4921-BC67-3D74CFFAC6C6}" dt="2026-01-20T16:12:00.191" v="722"/>
          <ac:spMkLst>
            <pc:docMk/>
            <pc:sldMk cId="3217390683" sldId="260"/>
            <ac:spMk id="2" creationId="{B3C9AC29-FB18-498B-A9C3-E54668AA3523}"/>
          </ac:spMkLst>
        </pc:spChg>
        <pc:spChg chg="mod">
          <ac:chgData name="Shubham Khoju" userId="b0771df4b7feaf61" providerId="LiveId" clId="{6E67FE92-A807-4921-BC67-3D74CFFAC6C6}" dt="2026-01-20T16:14:36.293" v="1032" actId="313"/>
          <ac:spMkLst>
            <pc:docMk/>
            <pc:sldMk cId="3217390683" sldId="260"/>
            <ac:spMk id="3" creationId="{5806A98F-4476-4FA1-B83A-FE8A83557F30}"/>
          </ac:spMkLst>
        </pc:spChg>
      </pc:sldChg>
      <pc:sldChg chg="modSp add">
        <pc:chgData name="Shubham Khoju" userId="b0771df4b7feaf61" providerId="LiveId" clId="{6E67FE92-A807-4921-BC67-3D74CFFAC6C6}" dt="2026-01-21T06:28:28.256" v="3160" actId="20577"/>
        <pc:sldMkLst>
          <pc:docMk/>
          <pc:sldMk cId="801806341" sldId="261"/>
        </pc:sldMkLst>
        <pc:spChg chg="mod">
          <ac:chgData name="Shubham Khoju" userId="b0771df4b7feaf61" providerId="LiveId" clId="{6E67FE92-A807-4921-BC67-3D74CFFAC6C6}" dt="2026-01-20T16:15:04.383" v="1034"/>
          <ac:spMkLst>
            <pc:docMk/>
            <pc:sldMk cId="801806341" sldId="261"/>
            <ac:spMk id="2" creationId="{FA3DB19F-9813-430F-BE16-3B2887DBCAF5}"/>
          </ac:spMkLst>
        </pc:spChg>
        <pc:spChg chg="mod">
          <ac:chgData name="Shubham Khoju" userId="b0771df4b7feaf61" providerId="LiveId" clId="{6E67FE92-A807-4921-BC67-3D74CFFAC6C6}" dt="2026-01-21T06:28:28.256" v="3160" actId="20577"/>
          <ac:spMkLst>
            <pc:docMk/>
            <pc:sldMk cId="801806341" sldId="261"/>
            <ac:spMk id="3" creationId="{D6E4A241-34C9-41DD-B835-BB404DED750A}"/>
          </ac:spMkLst>
        </pc:spChg>
      </pc:sldChg>
      <pc:sldChg chg="modSp add">
        <pc:chgData name="Shubham Khoju" userId="b0771df4b7feaf61" providerId="LiveId" clId="{6E67FE92-A807-4921-BC67-3D74CFFAC6C6}" dt="2026-01-21T06:41:49.835" v="3529" actId="313"/>
        <pc:sldMkLst>
          <pc:docMk/>
          <pc:sldMk cId="2161928651" sldId="262"/>
        </pc:sldMkLst>
        <pc:spChg chg="mod">
          <ac:chgData name="Shubham Khoju" userId="b0771df4b7feaf61" providerId="LiveId" clId="{6E67FE92-A807-4921-BC67-3D74CFFAC6C6}" dt="2026-01-20T16:15:47.998" v="1038"/>
          <ac:spMkLst>
            <pc:docMk/>
            <pc:sldMk cId="2161928651" sldId="262"/>
            <ac:spMk id="2" creationId="{8B418121-DECE-4F4D-A2E8-F2BFBF391317}"/>
          </ac:spMkLst>
        </pc:spChg>
        <pc:spChg chg="mod">
          <ac:chgData name="Shubham Khoju" userId="b0771df4b7feaf61" providerId="LiveId" clId="{6E67FE92-A807-4921-BC67-3D74CFFAC6C6}" dt="2026-01-21T06:41:49.835" v="3529" actId="313"/>
          <ac:spMkLst>
            <pc:docMk/>
            <pc:sldMk cId="2161928651" sldId="262"/>
            <ac:spMk id="3" creationId="{B5C1DB4A-6241-4AAC-B48E-88D2655A9999}"/>
          </ac:spMkLst>
        </pc:spChg>
      </pc:sldChg>
      <pc:sldChg chg="add del">
        <pc:chgData name="Shubham Khoju" userId="b0771df4b7feaf61" providerId="LiveId" clId="{6E67FE92-A807-4921-BC67-3D74CFFAC6C6}" dt="2026-01-20T16:15:15.938" v="1037"/>
        <pc:sldMkLst>
          <pc:docMk/>
          <pc:sldMk cId="601407116" sldId="263"/>
        </pc:sldMkLst>
      </pc:sldChg>
      <pc:sldChg chg="modSp add">
        <pc:chgData name="Shubham Khoju" userId="b0771df4b7feaf61" providerId="LiveId" clId="{6E67FE92-A807-4921-BC67-3D74CFFAC6C6}" dt="2026-01-20T16:26:06.429" v="1769" actId="20577"/>
        <pc:sldMkLst>
          <pc:docMk/>
          <pc:sldMk cId="2897706449" sldId="263"/>
        </pc:sldMkLst>
        <pc:spChg chg="mod">
          <ac:chgData name="Shubham Khoju" userId="b0771df4b7feaf61" providerId="LiveId" clId="{6E67FE92-A807-4921-BC67-3D74CFFAC6C6}" dt="2026-01-20T16:16:05.573" v="1040"/>
          <ac:spMkLst>
            <pc:docMk/>
            <pc:sldMk cId="2897706449" sldId="263"/>
            <ac:spMk id="2" creationId="{35217921-D275-492B-A9AD-CEDDCA2AF0AD}"/>
          </ac:spMkLst>
        </pc:spChg>
        <pc:spChg chg="mod">
          <ac:chgData name="Shubham Khoju" userId="b0771df4b7feaf61" providerId="LiveId" clId="{6E67FE92-A807-4921-BC67-3D74CFFAC6C6}" dt="2026-01-20T16:26:06.429" v="1769" actId="20577"/>
          <ac:spMkLst>
            <pc:docMk/>
            <pc:sldMk cId="2897706449" sldId="263"/>
            <ac:spMk id="3" creationId="{37B788C0-3D35-4149-9805-34D8D2AFB48E}"/>
          </ac:spMkLst>
        </pc:spChg>
      </pc:sldChg>
      <pc:sldChg chg="addSp delSp modSp add">
        <pc:chgData name="Shubham Khoju" userId="b0771df4b7feaf61" providerId="LiveId" clId="{6E67FE92-A807-4921-BC67-3D74CFFAC6C6}" dt="2026-01-21T07:13:31.254" v="3978" actId="20577"/>
        <pc:sldMkLst>
          <pc:docMk/>
          <pc:sldMk cId="3453521408" sldId="264"/>
        </pc:sldMkLst>
        <pc:spChg chg="mod">
          <ac:chgData name="Shubham Khoju" userId="b0771df4b7feaf61" providerId="LiveId" clId="{6E67FE92-A807-4921-BC67-3D74CFFAC6C6}" dt="2026-01-21T06:55:35.524" v="3544" actId="14100"/>
          <ac:spMkLst>
            <pc:docMk/>
            <pc:sldMk cId="3453521408" sldId="264"/>
            <ac:spMk id="2" creationId="{2D751DFC-32DB-4FB3-B96D-E7F85BDDF3BF}"/>
          </ac:spMkLst>
        </pc:spChg>
        <pc:spChg chg="del">
          <ac:chgData name="Shubham Khoju" userId="b0771df4b7feaf61" providerId="LiveId" clId="{6E67FE92-A807-4921-BC67-3D74CFFAC6C6}" dt="2026-01-20T16:29:12.918" v="1778" actId="931"/>
          <ac:spMkLst>
            <pc:docMk/>
            <pc:sldMk cId="3453521408" sldId="264"/>
            <ac:spMk id="3" creationId="{365BA4B2-022A-44B4-B9F3-EC2F0BE3B1B2}"/>
          </ac:spMkLst>
        </pc:spChg>
        <pc:spChg chg="add mod">
          <ac:chgData name="Shubham Khoju" userId="b0771df4b7feaf61" providerId="LiveId" clId="{6E67FE92-A807-4921-BC67-3D74CFFAC6C6}" dt="2026-01-21T07:13:31.254" v="3978" actId="20577"/>
          <ac:spMkLst>
            <pc:docMk/>
            <pc:sldMk cId="3453521408" sldId="264"/>
            <ac:spMk id="4" creationId="{0B88C855-D095-4986-8BD9-01FAF517A948}"/>
          </ac:spMkLst>
        </pc:spChg>
        <pc:picChg chg="add del mod">
          <ac:chgData name="Shubham Khoju" userId="b0771df4b7feaf61" providerId="LiveId" clId="{6E67FE92-A807-4921-BC67-3D74CFFAC6C6}" dt="2026-01-21T07:10:14.662" v="3690" actId="478"/>
          <ac:picMkLst>
            <pc:docMk/>
            <pc:sldMk cId="3453521408" sldId="264"/>
            <ac:picMk id="3" creationId="{92C58F7A-BA25-4412-BAD8-58BBDF8F37D8}"/>
          </ac:picMkLst>
        </pc:picChg>
        <pc:picChg chg="add mod">
          <ac:chgData name="Shubham Khoju" userId="b0771df4b7feaf61" providerId="LiveId" clId="{6E67FE92-A807-4921-BC67-3D74CFFAC6C6}" dt="2026-01-21T07:10:31.901" v="3694" actId="1076"/>
          <ac:picMkLst>
            <pc:docMk/>
            <pc:sldMk cId="3453521408" sldId="264"/>
            <ac:picMk id="5" creationId="{691DAE2A-5BBC-4F80-A975-E3AE828AA788}"/>
          </ac:picMkLst>
        </pc:picChg>
        <pc:picChg chg="add mod">
          <ac:chgData name="Shubham Khoju" userId="b0771df4b7feaf61" providerId="LiveId" clId="{6E67FE92-A807-4921-BC67-3D74CFFAC6C6}" dt="2026-01-21T07:10:28.298" v="3693" actId="1076"/>
          <ac:picMkLst>
            <pc:docMk/>
            <pc:sldMk cId="3453521408" sldId="264"/>
            <ac:picMk id="7" creationId="{B75CD751-5E0E-48A5-85FF-6716F2C729F1}"/>
          </ac:picMkLst>
        </pc:picChg>
        <pc:picChg chg="add mod">
          <ac:chgData name="Shubham Khoju" userId="b0771df4b7feaf61" providerId="LiveId" clId="{6E67FE92-A807-4921-BC67-3D74CFFAC6C6}" dt="2026-01-21T07:10:24.634" v="3692" actId="1076"/>
          <ac:picMkLst>
            <pc:docMk/>
            <pc:sldMk cId="3453521408" sldId="264"/>
            <ac:picMk id="8" creationId="{19BD053B-4A53-47C6-9FA7-922FC1CC93FA}"/>
          </ac:picMkLst>
        </pc:picChg>
        <pc:picChg chg="add mod">
          <ac:chgData name="Shubham Khoju" userId="b0771df4b7feaf61" providerId="LiveId" clId="{6E67FE92-A807-4921-BC67-3D74CFFAC6C6}" dt="2026-01-21T07:03:47.762" v="3683" actId="1076"/>
          <ac:picMkLst>
            <pc:docMk/>
            <pc:sldMk cId="3453521408" sldId="264"/>
            <ac:picMk id="9" creationId="{68BC3751-53CA-4F95-A9B4-28DD7F5BAA00}"/>
          </ac:picMkLst>
        </pc:picChg>
      </pc:sldChg>
      <pc:sldChg chg="addSp delSp modSp add ord">
        <pc:chgData name="Shubham Khoju" userId="b0771df4b7feaf61" providerId="LiveId" clId="{6E67FE92-A807-4921-BC67-3D74CFFAC6C6}" dt="2026-01-21T07:27:59.879" v="4024" actId="14100"/>
        <pc:sldMkLst>
          <pc:docMk/>
          <pc:sldMk cId="3683673333" sldId="265"/>
        </pc:sldMkLst>
        <pc:spChg chg="mod">
          <ac:chgData name="Shubham Khoju" userId="b0771df4b7feaf61" providerId="LiveId" clId="{6E67FE92-A807-4921-BC67-3D74CFFAC6C6}" dt="2026-01-21T07:26:59.839" v="4012" actId="14100"/>
          <ac:spMkLst>
            <pc:docMk/>
            <pc:sldMk cId="3683673333" sldId="265"/>
            <ac:spMk id="2" creationId="{52048629-01C4-4187-A1BF-A830A18828D3}"/>
          </ac:spMkLst>
        </pc:spChg>
        <pc:spChg chg="del">
          <ac:chgData name="Shubham Khoju" userId="b0771df4b7feaf61" providerId="LiveId" clId="{6E67FE92-A807-4921-BC67-3D74CFFAC6C6}" dt="2026-01-20T16:31:06.955" v="1793"/>
          <ac:spMkLst>
            <pc:docMk/>
            <pc:sldMk cId="3683673333" sldId="265"/>
            <ac:spMk id="3" creationId="{166A2200-D045-4823-9DF2-819375618135}"/>
          </ac:spMkLst>
        </pc:spChg>
        <pc:spChg chg="add">
          <ac:chgData name="Shubham Khoju" userId="b0771df4b7feaf61" providerId="LiveId" clId="{6E67FE92-A807-4921-BC67-3D74CFFAC6C6}" dt="2026-01-21T07:27:05.446" v="4013"/>
          <ac:spMkLst>
            <pc:docMk/>
            <pc:sldMk cId="3683673333" sldId="265"/>
            <ac:spMk id="8" creationId="{D73815A9-CD01-4AAC-A8CF-1F4E91ACC310}"/>
          </ac:spMkLst>
        </pc:spChg>
        <pc:picChg chg="add mod">
          <ac:chgData name="Shubham Khoju" userId="b0771df4b7feaf61" providerId="LiveId" clId="{6E67FE92-A807-4921-BC67-3D74CFFAC6C6}" dt="2026-01-21T07:27:39.869" v="4021" actId="1076"/>
          <ac:picMkLst>
            <pc:docMk/>
            <pc:sldMk cId="3683673333" sldId="265"/>
            <ac:picMk id="4" creationId="{68835EF3-9558-4FAE-8CD5-0FA7F819BB11}"/>
          </ac:picMkLst>
        </pc:picChg>
        <pc:picChg chg="add mod">
          <ac:chgData name="Shubham Khoju" userId="b0771df4b7feaf61" providerId="LiveId" clId="{6E67FE92-A807-4921-BC67-3D74CFFAC6C6}" dt="2026-01-21T07:27:33.368" v="4020" actId="1076"/>
          <ac:picMkLst>
            <pc:docMk/>
            <pc:sldMk cId="3683673333" sldId="265"/>
            <ac:picMk id="5" creationId="{EC7C612C-E574-4714-8963-A5BDD3E4128A}"/>
          </ac:picMkLst>
        </pc:picChg>
        <pc:picChg chg="add mod">
          <ac:chgData name="Shubham Khoju" userId="b0771df4b7feaf61" providerId="LiveId" clId="{6E67FE92-A807-4921-BC67-3D74CFFAC6C6}" dt="2026-01-21T07:16:17.383" v="3983" actId="571"/>
          <ac:picMkLst>
            <pc:docMk/>
            <pc:sldMk cId="3683673333" sldId="265"/>
            <ac:picMk id="6" creationId="{B472F885-0D0F-4FB6-8033-19612B246F68}"/>
          </ac:picMkLst>
        </pc:picChg>
        <pc:picChg chg="add mod">
          <ac:chgData name="Shubham Khoju" userId="b0771df4b7feaf61" providerId="LiveId" clId="{6E67FE92-A807-4921-BC67-3D74CFFAC6C6}" dt="2026-01-21T07:27:14.803" v="4017" actId="1076"/>
          <ac:picMkLst>
            <pc:docMk/>
            <pc:sldMk cId="3683673333" sldId="265"/>
            <ac:picMk id="7" creationId="{626DF7AA-FA91-4819-B22E-F6F8B28667D4}"/>
          </ac:picMkLst>
        </pc:picChg>
        <pc:picChg chg="add mod">
          <ac:chgData name="Shubham Khoju" userId="b0771df4b7feaf61" providerId="LiveId" clId="{6E67FE92-A807-4921-BC67-3D74CFFAC6C6}" dt="2026-01-21T07:27:59.879" v="4024" actId="14100"/>
          <ac:picMkLst>
            <pc:docMk/>
            <pc:sldMk cId="3683673333" sldId="265"/>
            <ac:picMk id="1026" creationId="{4776C5C9-C690-45A9-A2D9-E15D388F03B3}"/>
          </ac:picMkLst>
        </pc:picChg>
      </pc:sldChg>
      <pc:sldChg chg="modSp add ord">
        <pc:chgData name="Shubham Khoju" userId="b0771df4b7feaf61" providerId="LiveId" clId="{6E67FE92-A807-4921-BC67-3D74CFFAC6C6}" dt="2026-01-21T08:00:14.167" v="4974" actId="20577"/>
        <pc:sldMkLst>
          <pc:docMk/>
          <pc:sldMk cId="1466247920" sldId="266"/>
        </pc:sldMkLst>
        <pc:spChg chg="mod">
          <ac:chgData name="Shubham Khoju" userId="b0771df4b7feaf61" providerId="LiveId" clId="{6E67FE92-A807-4921-BC67-3D74CFFAC6C6}" dt="2026-01-20T16:16:51.938" v="1046"/>
          <ac:spMkLst>
            <pc:docMk/>
            <pc:sldMk cId="1466247920" sldId="266"/>
            <ac:spMk id="2" creationId="{57F42179-BBC4-4F44-A42F-3B4C377088BE}"/>
          </ac:spMkLst>
        </pc:spChg>
        <pc:spChg chg="mod">
          <ac:chgData name="Shubham Khoju" userId="b0771df4b7feaf61" providerId="LiveId" clId="{6E67FE92-A807-4921-BC67-3D74CFFAC6C6}" dt="2026-01-21T08:00:14.167" v="4974" actId="20577"/>
          <ac:spMkLst>
            <pc:docMk/>
            <pc:sldMk cId="1466247920" sldId="266"/>
            <ac:spMk id="3" creationId="{9AF52535-96A8-406C-BA8C-9227699DBB62}"/>
          </ac:spMkLst>
        </pc:spChg>
      </pc:sldChg>
      <pc:sldChg chg="delSp modSp add">
        <pc:chgData name="Shubham Khoju" userId="b0771df4b7feaf61" providerId="LiveId" clId="{6E67FE92-A807-4921-BC67-3D74CFFAC6C6}" dt="2026-01-21T08:01:01.073" v="4989" actId="1076"/>
        <pc:sldMkLst>
          <pc:docMk/>
          <pc:sldMk cId="26423920" sldId="267"/>
        </pc:sldMkLst>
        <pc:spChg chg="mod">
          <ac:chgData name="Shubham Khoju" userId="b0771df4b7feaf61" providerId="LiveId" clId="{6E67FE92-A807-4921-BC67-3D74CFFAC6C6}" dt="2026-01-21T08:01:01.073" v="4989" actId="1076"/>
          <ac:spMkLst>
            <pc:docMk/>
            <pc:sldMk cId="26423920" sldId="267"/>
            <ac:spMk id="2" creationId="{03434870-D3E4-43E7-809B-EAACFC5B7B20}"/>
          </ac:spMkLst>
        </pc:spChg>
        <pc:spChg chg="del mod">
          <ac:chgData name="Shubham Khoju" userId="b0771df4b7feaf61" providerId="LiveId" clId="{6E67FE92-A807-4921-BC67-3D74CFFAC6C6}" dt="2026-01-21T08:00:42.590" v="4986" actId="478"/>
          <ac:spMkLst>
            <pc:docMk/>
            <pc:sldMk cId="26423920" sldId="267"/>
            <ac:spMk id="3" creationId="{DC73A54D-9D13-4897-BF07-DDF0DD5677BF}"/>
          </ac:spMkLst>
        </pc:spChg>
      </pc:sldChg>
      <pc:sldChg chg="addSp delSp modSp add del">
        <pc:chgData name="Shubham Khoju" userId="b0771df4b7feaf61" providerId="LiveId" clId="{6E67FE92-A807-4921-BC67-3D74CFFAC6C6}" dt="2026-01-21T07:12:50.582" v="3962" actId="2696"/>
        <pc:sldMkLst>
          <pc:docMk/>
          <pc:sldMk cId="1582737545" sldId="267"/>
        </pc:sldMkLst>
        <pc:spChg chg="del">
          <ac:chgData name="Shubham Khoju" userId="b0771df4b7feaf61" providerId="LiveId" clId="{6E67FE92-A807-4921-BC67-3D74CFFAC6C6}" dt="2026-01-21T07:10:01.537" v="3687"/>
          <ac:spMkLst>
            <pc:docMk/>
            <pc:sldMk cId="1582737545" sldId="267"/>
            <ac:spMk id="3" creationId="{1E4A8C72-C5B8-4036-B976-9D9228D8251D}"/>
          </ac:spMkLst>
        </pc:spChg>
        <pc:spChg chg="add mod">
          <ac:chgData name="Shubham Khoju" userId="b0771df4b7feaf61" providerId="LiveId" clId="{6E67FE92-A807-4921-BC67-3D74CFFAC6C6}" dt="2026-01-21T07:12:48.420" v="3961" actId="478"/>
          <ac:spMkLst>
            <pc:docMk/>
            <pc:sldMk cId="1582737545" sldId="267"/>
            <ac:spMk id="6" creationId="{3367B0F3-D591-497E-A07C-26CAA655058A}"/>
          </ac:spMkLst>
        </pc:spChg>
        <pc:picChg chg="add del mod">
          <ac:chgData name="Shubham Khoju" userId="b0771df4b7feaf61" providerId="LiveId" clId="{6E67FE92-A807-4921-BC67-3D74CFFAC6C6}" dt="2026-01-21T07:12:48.420" v="3961" actId="478"/>
          <ac:picMkLst>
            <pc:docMk/>
            <pc:sldMk cId="1582737545" sldId="267"/>
            <ac:picMk id="4" creationId="{5AC1FEE5-76CB-4F5C-AE4D-473A39163A31}"/>
          </ac:picMkLst>
        </pc:picChg>
      </pc:sldChg>
      <pc:sldChg chg="add del">
        <pc:chgData name="Shubham Khoju" userId="b0771df4b7feaf61" providerId="LiveId" clId="{6E67FE92-A807-4921-BC67-3D74CFFAC6C6}" dt="2026-01-21T07:42:14.545" v="4296"/>
        <pc:sldMkLst>
          <pc:docMk/>
          <pc:sldMk cId="3922889586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0EEE-AFB4-4B49-9B7B-2D2D61FAB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64426"/>
            <a:ext cx="8825658" cy="3329581"/>
          </a:xfrm>
        </p:spPr>
        <p:txBody>
          <a:bodyPr/>
          <a:lstStyle/>
          <a:p>
            <a:r>
              <a:rPr lang="en-US" dirty="0"/>
              <a:t>Email Spam/Ham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F74CE-82BF-4EAC-B1C3-EA98354EC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21609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Name: Shubham Khoju Shrestha</a:t>
            </a:r>
          </a:p>
          <a:p>
            <a:r>
              <a:rPr lang="en-US" dirty="0"/>
              <a:t>London met Id: 23050343</a:t>
            </a:r>
          </a:p>
          <a:p>
            <a:r>
              <a:rPr lang="en-US" dirty="0"/>
              <a:t>Module code: CU6051NI</a:t>
            </a:r>
          </a:p>
          <a:p>
            <a:r>
              <a:rPr lang="en-US" dirty="0"/>
              <a:t>Module Name: Artificial Intelligence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BE697-9C21-462C-A5AE-CC2C12B73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46" y="338677"/>
            <a:ext cx="1749704" cy="172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A2049-A6D4-4F1A-95AF-63ED6093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2DDCF-932A-4850-AF9A-9C289BEF3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Concept Used</a:t>
            </a:r>
          </a:p>
          <a:p>
            <a:r>
              <a:rPr lang="en-US" dirty="0"/>
              <a:t>Research Evidence</a:t>
            </a:r>
          </a:p>
          <a:p>
            <a:r>
              <a:rPr lang="en-US" dirty="0"/>
              <a:t>Reason For Selection of Topic</a:t>
            </a:r>
          </a:p>
          <a:p>
            <a:r>
              <a:rPr lang="en-US" dirty="0"/>
              <a:t>Solution and Developed Application</a:t>
            </a:r>
          </a:p>
          <a:p>
            <a:r>
              <a:rPr lang="en-US" dirty="0"/>
              <a:t>Achieved Results</a:t>
            </a:r>
          </a:p>
          <a:p>
            <a:r>
              <a:rPr lang="en-US" dirty="0"/>
              <a:t>How it solves real problems</a:t>
            </a:r>
          </a:p>
          <a:p>
            <a:r>
              <a:rPr lang="en-US" dirty="0"/>
              <a:t>Pseudocode</a:t>
            </a:r>
          </a:p>
          <a:p>
            <a:r>
              <a:rPr lang="en-US" dirty="0"/>
              <a:t>Flowchart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206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1EB47-CF9E-4B44-B4AB-E2A4CE67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Concept Used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4CBEF-8591-4CF3-A190-E3835433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Artificial Intelligence and Machine Learning for decision making</a:t>
            </a:r>
          </a:p>
          <a:p>
            <a:r>
              <a:rPr lang="en-US" dirty="0"/>
              <a:t>Natural Language Processing (NLP) for handling email text data</a:t>
            </a:r>
          </a:p>
          <a:p>
            <a:r>
              <a:rPr lang="en-US" dirty="0"/>
              <a:t>TF-IDF for converting text into numerical features</a:t>
            </a:r>
          </a:p>
          <a:p>
            <a:r>
              <a:rPr lang="en-US" dirty="0"/>
              <a:t>Supervised learning for binary classification (Spam and Ham)</a:t>
            </a:r>
          </a:p>
          <a:p>
            <a:r>
              <a:rPr lang="en-US" dirty="0"/>
              <a:t>Machine Learning models : Naïve Bayes, Logistic Regression and Support Vector Machine (SVM).</a:t>
            </a:r>
          </a:p>
        </p:txBody>
      </p:sp>
    </p:spTree>
    <p:extLst>
      <p:ext uri="{BB962C8B-B14F-4D97-AF65-F5344CB8AC3E}">
        <p14:creationId xmlns:p14="http://schemas.microsoft.com/office/powerpoint/2010/main" val="3681703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CDB9-D170-44D0-8840-AAF3DFD9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Evidence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E313-1170-4FA5-B5C4-347683A85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/>
          <a:lstStyle/>
          <a:p>
            <a:r>
              <a:rPr lang="en-US" dirty="0"/>
              <a:t>Recent studies show ML-based spam detection remains highly effectively</a:t>
            </a:r>
          </a:p>
          <a:p>
            <a:r>
              <a:rPr lang="en-US" dirty="0"/>
              <a:t>TF-IDF combined with Linear classifiers performs well on large text datasets</a:t>
            </a:r>
          </a:p>
          <a:p>
            <a:r>
              <a:rPr lang="en-US" dirty="0"/>
              <a:t>Algorithms like Naïve Bayes, Logistic Regression and SVM are widely used benchmarks</a:t>
            </a:r>
          </a:p>
        </p:txBody>
      </p:sp>
    </p:spTree>
    <p:extLst>
      <p:ext uri="{BB962C8B-B14F-4D97-AF65-F5344CB8AC3E}">
        <p14:creationId xmlns:p14="http://schemas.microsoft.com/office/powerpoint/2010/main" val="349436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AC29-FB18-498B-A9C3-E54668AA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For Selection of Topic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6A98F-4476-4FA1-B83A-FE8A83557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Spam emails are major real-world cybersecurity problem</a:t>
            </a:r>
          </a:p>
          <a:p>
            <a:r>
              <a:rPr lang="en-US" dirty="0"/>
              <a:t>Manual filtering in inefficient and error-prone</a:t>
            </a:r>
          </a:p>
          <a:p>
            <a:r>
              <a:rPr lang="en-US" dirty="0"/>
              <a:t>The topic allows practical application of AI, NLP and classification techniques</a:t>
            </a:r>
          </a:p>
          <a:p>
            <a:r>
              <a:rPr lang="en-US" dirty="0"/>
              <a:t>Availability of a large real-world dataset supports reliable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3217390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B19F-9813-430F-BE16-3B2887DB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and Developed Application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A241-34C9-41DD-B835-BB404DED7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processes implements a supervised text classification pipeline using NLP technique</a:t>
            </a:r>
          </a:p>
          <a:p>
            <a:r>
              <a:rPr lang="en-US" dirty="0"/>
              <a:t>Email subject and message fields are pre-processed through text normalization and noise removal</a:t>
            </a:r>
          </a:p>
          <a:p>
            <a:r>
              <a:rPr lang="en-US" dirty="0"/>
              <a:t>TF-IDF vectorization is applied to transform textual data into high dimensional feature vectors</a:t>
            </a:r>
          </a:p>
          <a:p>
            <a:r>
              <a:rPr lang="en-US" dirty="0"/>
              <a:t>Classification is performed using Naïve Bayes, Logistic Regression and linear Support Vector Machine</a:t>
            </a:r>
          </a:p>
          <a:p>
            <a:r>
              <a:rPr lang="en-US" dirty="0"/>
              <a:t>The trained models are used to classify user-provided email input into spam or ham classes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806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8121-DECE-4F4D-A2E8-F2BFBF391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Achieved Results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1DB4A-6241-4AAC-B48E-88D2655A9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Models achieved high classification performance with accuracy above 98%</a:t>
            </a:r>
          </a:p>
          <a:p>
            <a:r>
              <a:rPr lang="en-US" dirty="0"/>
              <a:t>SVM demonstrated the highest predictive capability among the evaluated classifiers</a:t>
            </a:r>
          </a:p>
          <a:p>
            <a:r>
              <a:rPr lang="en-US" dirty="0"/>
              <a:t>Five-fold cross validation confirms model robustness and consistent generalization</a:t>
            </a:r>
          </a:p>
          <a:p>
            <a:r>
              <a:rPr lang="en-US" dirty="0"/>
              <a:t>Train-test performance comparison showed no evidence of overfitting.</a:t>
            </a:r>
          </a:p>
        </p:txBody>
      </p:sp>
    </p:spTree>
    <p:extLst>
      <p:ext uri="{BB962C8B-B14F-4D97-AF65-F5344CB8AC3E}">
        <p14:creationId xmlns:p14="http://schemas.microsoft.com/office/powerpoint/2010/main" val="2161928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7921-D275-492B-A9AD-CEDDCA2AF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solves real problems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788C0-3D35-4149-9805-34D8D2AF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automated detection of unsolicited and malicious emails</a:t>
            </a:r>
          </a:p>
          <a:p>
            <a:r>
              <a:rPr lang="en-US" dirty="0"/>
              <a:t>Helps reduce phishing and spam related security risks</a:t>
            </a:r>
          </a:p>
          <a:p>
            <a:r>
              <a:rPr lang="en-US" dirty="0"/>
              <a:t>Provides a scalable and efficient solution for large volume email systems.</a:t>
            </a:r>
          </a:p>
          <a:p>
            <a:r>
              <a:rPr lang="en-US" dirty="0"/>
              <a:t>Supports real time decision making in practical email filtering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289770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1DFC-32DB-4FB3-B96D-E7F85BDD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8096"/>
          </a:xfrm>
        </p:spPr>
        <p:txBody>
          <a:bodyPr/>
          <a:lstStyle/>
          <a:p>
            <a:r>
              <a:rPr lang="en-US" dirty="0"/>
              <a:t>Pseudocode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1DAE2A-5BBC-4F80-A975-E3AE828AA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76" y="2109602"/>
            <a:ext cx="2328583" cy="281026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CD751-5E0E-48A5-85FF-6716F2C72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078" y="2109602"/>
            <a:ext cx="2718956" cy="3467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BC3751-53CA-4F95-A9B4-28DD7F5BA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253" y="2109602"/>
            <a:ext cx="2527972" cy="2638793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19BD053B-4A53-47C6-9FA7-922FC1CC9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191" y="2109602"/>
            <a:ext cx="2752265" cy="41957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88C855-D095-4986-8BD9-01FAF517A948}"/>
              </a:ext>
            </a:extLst>
          </p:cNvPr>
          <p:cNvSpPr txBox="1"/>
          <p:nvPr/>
        </p:nvSpPr>
        <p:spPr>
          <a:xfrm>
            <a:off x="531910" y="1463271"/>
            <a:ext cx="11128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Naïve Bayes                  Logistic Regression         Support Vector Machine                  System                </a:t>
            </a:r>
          </a:p>
          <a:p>
            <a:r>
              <a:rPr lang="en-US" dirty="0"/>
              <a:t>                                                                                                   (SVM)</a:t>
            </a:r>
          </a:p>
        </p:txBody>
      </p:sp>
    </p:spTree>
    <p:extLst>
      <p:ext uri="{BB962C8B-B14F-4D97-AF65-F5344CB8AC3E}">
        <p14:creationId xmlns:p14="http://schemas.microsoft.com/office/powerpoint/2010/main" val="345352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8629-01C4-4187-A1BF-A830A1882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5682"/>
          </a:xfrm>
        </p:spPr>
        <p:txBody>
          <a:bodyPr/>
          <a:lstStyle/>
          <a:p>
            <a:r>
              <a:rPr lang="en-US" dirty="0"/>
              <a:t>Flowchart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C:\Users\Asus\AppData\Local\Microsoft\Windows\INetCache\Content.MSO\C8CB0840.tmp">
            <a:extLst>
              <a:ext uri="{FF2B5EF4-FFF2-40B4-BE49-F238E27FC236}">
                <a16:creationId xmlns:a16="http://schemas.microsoft.com/office/drawing/2014/main" id="{68835EF3-9558-4FAE-8CD5-0FA7F819BB1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10" y="2125787"/>
            <a:ext cx="2066131" cy="419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C:\Users\Asus\AppData\Local\Microsoft\Windows\INetCache\Content.MSO\DC4C398C.tmp">
            <a:extLst>
              <a:ext uri="{FF2B5EF4-FFF2-40B4-BE49-F238E27FC236}">
                <a16:creationId xmlns:a16="http://schemas.microsoft.com/office/drawing/2014/main" id="{EC7C612C-E574-4714-8963-A5BDD3E4128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499" y="2109602"/>
            <a:ext cx="2066131" cy="4395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:\Users\Asus\AppData\Local\Microsoft\Windows\INetCache\Content.MSO\74E0B998.tmp">
            <a:extLst>
              <a:ext uri="{FF2B5EF4-FFF2-40B4-BE49-F238E27FC236}">
                <a16:creationId xmlns:a16="http://schemas.microsoft.com/office/drawing/2014/main" id="{626DF7AA-FA91-4819-B22E-F6F8B28667D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551" y="2125787"/>
            <a:ext cx="2066132" cy="4501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776C5C9-C690-45A9-A2D9-E15D388F0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791" y="2119761"/>
            <a:ext cx="1279525" cy="450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3815A9-CD01-4AAC-A8CF-1F4E91ACC310}"/>
              </a:ext>
            </a:extLst>
          </p:cNvPr>
          <p:cNvSpPr txBox="1"/>
          <p:nvPr/>
        </p:nvSpPr>
        <p:spPr>
          <a:xfrm>
            <a:off x="531910" y="1463271"/>
            <a:ext cx="11128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Naïve Bayes                  Logistic Regression         Support Vector Machine                  System                </a:t>
            </a:r>
          </a:p>
          <a:p>
            <a:r>
              <a:rPr lang="en-US" dirty="0"/>
              <a:t>                                                                                                   (SVM)</a:t>
            </a:r>
          </a:p>
        </p:txBody>
      </p:sp>
    </p:spTree>
    <p:extLst>
      <p:ext uri="{BB962C8B-B14F-4D97-AF65-F5344CB8AC3E}">
        <p14:creationId xmlns:p14="http://schemas.microsoft.com/office/powerpoint/2010/main" val="3683673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2179-BBC4-4F44-A42F-3B4C37708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52535-96A8-406C-BA8C-9227699DB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AI based spam email detection system was developed using Naïve Bayes, Logistic Regression and SVM with TF-IDF feature extraction.</a:t>
            </a:r>
          </a:p>
          <a:p>
            <a:r>
              <a:rPr lang="en-US" dirty="0"/>
              <a:t>The models achieved high accuracy and F1-scores, with SVM performing best, indicating effective text classification.</a:t>
            </a:r>
          </a:p>
          <a:p>
            <a:r>
              <a:rPr lang="en-US" dirty="0"/>
              <a:t>Train-Test evaluation and cross validation showed stable performance with no significant overfitting.</a:t>
            </a:r>
          </a:p>
          <a:p>
            <a:r>
              <a:rPr lang="en-US" dirty="0"/>
              <a:t>The system can classify user input in real time as spam or ham.</a:t>
            </a:r>
          </a:p>
          <a:p>
            <a:r>
              <a:rPr lang="en-US" dirty="0"/>
              <a:t>The solution improves email security and user experience with scope for future enhancements using advance models.</a:t>
            </a:r>
          </a:p>
        </p:txBody>
      </p:sp>
    </p:spTree>
    <p:extLst>
      <p:ext uri="{BB962C8B-B14F-4D97-AF65-F5344CB8AC3E}">
        <p14:creationId xmlns:p14="http://schemas.microsoft.com/office/powerpoint/2010/main" val="1466247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4870-D3E4-43E7-809B-EAACFC5B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751" y="2860638"/>
            <a:ext cx="3549969" cy="140053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4239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277</TotalTime>
  <Words>448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Email Spam/Ham Detection</vt:lpstr>
      <vt:lpstr>Agenda</vt:lpstr>
      <vt:lpstr>AI Concept Used </vt:lpstr>
      <vt:lpstr>Research Evidence </vt:lpstr>
      <vt:lpstr>Reason For Selection of Topic </vt:lpstr>
      <vt:lpstr>Solution and Developed Application </vt:lpstr>
      <vt:lpstr>Achieved Results </vt:lpstr>
      <vt:lpstr>How it solves real problems </vt:lpstr>
      <vt:lpstr>Pseudocode </vt:lpstr>
      <vt:lpstr>Flowchart 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Spam/Ham Detection</dc:title>
  <dc:creator>Shubham Khoju</dc:creator>
  <cp:lastModifiedBy>Shubham Khoju</cp:lastModifiedBy>
  <cp:revision>14</cp:revision>
  <dcterms:created xsi:type="dcterms:W3CDTF">2026-01-20T14:42:46Z</dcterms:created>
  <dcterms:modified xsi:type="dcterms:W3CDTF">2026-01-21T08:56:17Z</dcterms:modified>
</cp:coreProperties>
</file>